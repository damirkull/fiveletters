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9" autoAdjust="0"/>
    <p:restoredTop sz="94660"/>
  </p:normalViewPr>
  <p:slideViewPr>
    <p:cSldViewPr snapToGrid="0">
      <p:cViewPr varScale="1">
        <p:scale>
          <a:sx n="86" d="100"/>
          <a:sy n="86" d="100"/>
        </p:scale>
        <p:origin x="3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7B879-C0D1-47E6-948E-2C714CDB5BD3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1B635-FFBD-4B15-8827-06B19A06F7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103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771B-6ED7-4298-A3E2-DC68E2B5368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6CE89-4751-4B20-BA6A-DAE281487767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587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771B-6ED7-4298-A3E2-DC68E2B5368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6CE89-4751-4B20-BA6A-DAE281487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9702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771B-6ED7-4298-A3E2-DC68E2B5368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6CE89-4751-4B20-BA6A-DAE281487767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809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771B-6ED7-4298-A3E2-DC68E2B5368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6CE89-4751-4B20-BA6A-DAE281487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279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771B-6ED7-4298-A3E2-DC68E2B5368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6CE89-4751-4B20-BA6A-DAE281487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863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771B-6ED7-4298-A3E2-DC68E2B5368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6CE89-4751-4B20-BA6A-DAE281487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272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771B-6ED7-4298-A3E2-DC68E2B5368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6CE89-4751-4B20-BA6A-DAE281487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754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238771B-6ED7-4298-A3E2-DC68E2B5368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D6CE89-4751-4B20-BA6A-DAE281487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88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771B-6ED7-4298-A3E2-DC68E2B5368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6CE89-4751-4B20-BA6A-DAE281487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297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771B-6ED7-4298-A3E2-DC68E2B5368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6CE89-4751-4B20-BA6A-DAE281487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770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771B-6ED7-4298-A3E2-DC68E2B5368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6CE89-4751-4B20-BA6A-DAE281487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8774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238771B-6ED7-4298-A3E2-DC68E2B5368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FD6CE89-4751-4B20-BA6A-DAE281487767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327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E21090-D924-07F2-F97E-82A85A71C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8252" y="2515787"/>
            <a:ext cx="5635495" cy="1421883"/>
          </a:xfrm>
        </p:spPr>
        <p:txBody>
          <a:bodyPr>
            <a:noAutofit/>
          </a:bodyPr>
          <a:lstStyle/>
          <a:p>
            <a:r>
              <a:rPr lang="ru-RU" i="1" dirty="0">
                <a:latin typeface="Comic Sans MS" panose="030F0702030302020204" pitchFamily="66" charset="0"/>
              </a:rPr>
              <a:t>5 Дзырды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F61EB46-2117-9C9C-60B6-0DE094A32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2814" y="5753280"/>
            <a:ext cx="5039186" cy="592666"/>
          </a:xfrm>
        </p:spPr>
        <p:txBody>
          <a:bodyPr>
            <a:normAutofit/>
          </a:bodyPr>
          <a:lstStyle/>
          <a:p>
            <a:r>
              <a:rPr lang="ru-RU" i="1" u="sng" dirty="0">
                <a:latin typeface="Comic Sans MS" panose="030F0702030302020204" pitchFamily="66" charset="0"/>
              </a:rPr>
              <a:t>Кулаев Дамир Аланович</a:t>
            </a:r>
          </a:p>
        </p:txBody>
      </p:sp>
    </p:spTree>
    <p:extLst>
      <p:ext uri="{BB962C8B-B14F-4D97-AF65-F5344CB8AC3E}">
        <p14:creationId xmlns:p14="http://schemas.microsoft.com/office/powerpoint/2010/main" val="2954504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58D2D1-0B5E-6D88-FF28-30DA2B599B27}"/>
              </a:ext>
            </a:extLst>
          </p:cNvPr>
          <p:cNvSpPr txBox="1"/>
          <p:nvPr/>
        </p:nvSpPr>
        <p:spPr>
          <a:xfrm>
            <a:off x="514815" y="323385"/>
            <a:ext cx="111623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omic Sans MS" panose="030F0702030302020204" pitchFamily="66" charset="0"/>
              </a:rPr>
              <a:t>Игра предназначена для людей, которые начинают изучать осетинский язык. В этой игре они смогут изучить новые слова. </a:t>
            </a:r>
          </a:p>
          <a:p>
            <a:endParaRPr lang="ru-RU" sz="2400" dirty="0">
              <a:latin typeface="Comic Sans MS" panose="030F0702030302020204" pitchFamily="66" charset="0"/>
            </a:endParaRPr>
          </a:p>
          <a:p>
            <a:r>
              <a:rPr lang="ru-RU" sz="2400" dirty="0">
                <a:latin typeface="Comic Sans MS" panose="030F0702030302020204" pitchFamily="66" charset="0"/>
              </a:rPr>
              <a:t>Цель игры: угадать загаданное слово за 5 попыток.</a:t>
            </a:r>
          </a:p>
          <a:p>
            <a:endParaRPr lang="ru-RU" sz="2400" dirty="0">
              <a:latin typeface="Comic Sans MS" panose="030F0702030302020204" pitchFamily="66" charset="0"/>
            </a:endParaRPr>
          </a:p>
          <a:p>
            <a:r>
              <a:rPr lang="ru-RU" sz="2400" dirty="0">
                <a:latin typeface="Comic Sans MS" panose="030F0702030302020204" pitchFamily="66" charset="0"/>
              </a:rPr>
              <a:t>После каждой попытки в твоем слове будут закрашиваться буквы в зависимости от их правильной буквы и ее расположения: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D7D3C38-0998-9993-053B-5A8842D4380C}"/>
              </a:ext>
            </a:extLst>
          </p:cNvPr>
          <p:cNvSpPr/>
          <p:nvPr/>
        </p:nvSpPr>
        <p:spPr>
          <a:xfrm>
            <a:off x="1237785" y="4376853"/>
            <a:ext cx="1717288" cy="158904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5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</a:t>
            </a:r>
            <a:endParaRPr lang="ru-RU" sz="54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D5C9023-DCA5-6A18-D483-82A28C63A511}"/>
              </a:ext>
            </a:extLst>
          </p:cNvPr>
          <p:cNvSpPr/>
          <p:nvPr/>
        </p:nvSpPr>
        <p:spPr>
          <a:xfrm>
            <a:off x="4891668" y="4376850"/>
            <a:ext cx="1717288" cy="158904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5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</a:t>
            </a:r>
            <a:endParaRPr lang="ru-RU" sz="54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77166A4-197F-C038-3199-2BC8C3807AB3}"/>
              </a:ext>
            </a:extLst>
          </p:cNvPr>
          <p:cNvSpPr/>
          <p:nvPr/>
        </p:nvSpPr>
        <p:spPr>
          <a:xfrm>
            <a:off x="8545551" y="4376849"/>
            <a:ext cx="1717288" cy="158904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5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</a:t>
            </a:r>
            <a:endParaRPr lang="ru-RU" sz="5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5C5225-7756-E55D-1CEC-7E6CBF88F01B}"/>
              </a:ext>
            </a:extLst>
          </p:cNvPr>
          <p:cNvSpPr txBox="1"/>
          <p:nvPr/>
        </p:nvSpPr>
        <p:spPr>
          <a:xfrm>
            <a:off x="289931" y="3626127"/>
            <a:ext cx="3612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Comic Sans MS" panose="030F0702030302020204" pitchFamily="66" charset="0"/>
              </a:rPr>
              <a:t>Неправильная буква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D4E152-4815-A699-B540-E919E6CAA81B}"/>
              </a:ext>
            </a:extLst>
          </p:cNvPr>
          <p:cNvSpPr txBox="1"/>
          <p:nvPr/>
        </p:nvSpPr>
        <p:spPr>
          <a:xfrm>
            <a:off x="4339682" y="3441460"/>
            <a:ext cx="3021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Comic Sans MS" panose="030F0702030302020204" pitchFamily="66" charset="0"/>
              </a:rPr>
              <a:t>Правильная буква не на своем месте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6FC18F-7CE0-CA7B-B6C3-26F37CCB8BEB}"/>
              </a:ext>
            </a:extLst>
          </p:cNvPr>
          <p:cNvSpPr txBox="1"/>
          <p:nvPr/>
        </p:nvSpPr>
        <p:spPr>
          <a:xfrm>
            <a:off x="7895063" y="3429000"/>
            <a:ext cx="31557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Comic Sans MS" panose="030F0702030302020204" pitchFamily="66" charset="0"/>
              </a:rPr>
              <a:t>Правильная буква на своем месте</a:t>
            </a:r>
          </a:p>
        </p:txBody>
      </p:sp>
    </p:spTree>
    <p:extLst>
      <p:ext uri="{BB962C8B-B14F-4D97-AF65-F5344CB8AC3E}">
        <p14:creationId xmlns:p14="http://schemas.microsoft.com/office/powerpoint/2010/main" val="175363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7CD23-41C3-ECE9-E17E-0DC86945F112}"/>
              </a:ext>
            </a:extLst>
          </p:cNvPr>
          <p:cNvSpPr txBox="1"/>
          <p:nvPr/>
        </p:nvSpPr>
        <p:spPr>
          <a:xfrm>
            <a:off x="836341" y="1538868"/>
            <a:ext cx="1072747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omic Sans MS" panose="030F0702030302020204" pitchFamily="66" charset="0"/>
              </a:rPr>
              <a:t>В игре есть два языка: русский и осетинский. Игрок может выбрать один из них. </a:t>
            </a:r>
          </a:p>
          <a:p>
            <a:endParaRPr lang="ru-RU" sz="2400" dirty="0">
              <a:latin typeface="Comic Sans MS" panose="030F0702030302020204" pitchFamily="66" charset="0"/>
            </a:endParaRPr>
          </a:p>
          <a:p>
            <a:r>
              <a:rPr lang="ru-RU" sz="2400" dirty="0">
                <a:latin typeface="Comic Sans MS" panose="030F0702030302020204" pitchFamily="66" charset="0"/>
              </a:rPr>
              <a:t>В игре три уровня сложности. Они отличаются количеством букв в слове: легкий – 3, средний – 4, сложный – 5.</a:t>
            </a:r>
          </a:p>
          <a:p>
            <a:endParaRPr lang="ru-RU" sz="2400" dirty="0">
              <a:latin typeface="Comic Sans MS" panose="030F0702030302020204" pitchFamily="66" charset="0"/>
            </a:endParaRPr>
          </a:p>
          <a:p>
            <a:r>
              <a:rPr lang="ru-RU" sz="2400" dirty="0">
                <a:latin typeface="Comic Sans MS" panose="030F0702030302020204" pitchFamily="66" charset="0"/>
              </a:rPr>
              <a:t>Когда игроку понадобится использовать осетинскую букву </a:t>
            </a:r>
            <a:r>
              <a:rPr lang="en-US" sz="2400" dirty="0">
                <a:latin typeface="Comic Sans MS" panose="030F0702030302020204" pitchFamily="66" charset="0"/>
              </a:rPr>
              <a:t>“æ”</a:t>
            </a:r>
            <a:r>
              <a:rPr lang="ru-RU" sz="2400" dirty="0">
                <a:latin typeface="Comic Sans MS" panose="030F0702030302020204" pitchFamily="66" charset="0"/>
              </a:rPr>
              <a:t>, ему будет достаточно нажать на клавиатуре на букву </a:t>
            </a:r>
            <a:r>
              <a:rPr lang="en-US" sz="2400" dirty="0">
                <a:latin typeface="Comic Sans MS" panose="030F0702030302020204" pitchFamily="66" charset="0"/>
              </a:rPr>
              <a:t>“</a:t>
            </a:r>
            <a:r>
              <a:rPr lang="ru-RU" sz="2400" dirty="0">
                <a:latin typeface="Comic Sans MS" panose="030F0702030302020204" pitchFamily="66" charset="0"/>
              </a:rPr>
              <a:t>ё</a:t>
            </a:r>
            <a:r>
              <a:rPr lang="en-US" sz="2400" dirty="0">
                <a:latin typeface="Comic Sans MS" panose="030F0702030302020204" pitchFamily="66" charset="0"/>
              </a:rPr>
              <a:t>”.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703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ED3BE1-7DAF-CE12-DF52-7B7147E98DBE}"/>
              </a:ext>
            </a:extLst>
          </p:cNvPr>
          <p:cNvSpPr txBox="1"/>
          <p:nvPr/>
        </p:nvSpPr>
        <p:spPr>
          <a:xfrm>
            <a:off x="412596" y="669073"/>
            <a:ext cx="50626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omic Sans MS" panose="030F0702030302020204" pitchFamily="66" charset="0"/>
              </a:rPr>
              <a:t>Word.cs</a:t>
            </a:r>
          </a:p>
          <a:p>
            <a:pPr algn="ctr"/>
            <a:r>
              <a:rPr lang="ru-RU" sz="2400" dirty="0">
                <a:latin typeface="Comic Sans MS" panose="030F0702030302020204" pitchFamily="66" charset="0"/>
              </a:rPr>
              <a:t>Создает модель слова с его параметрами.</a:t>
            </a:r>
            <a:endParaRPr lang="ru-R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E163B-E36D-4188-F467-785E40655B45}"/>
              </a:ext>
            </a:extLst>
          </p:cNvPr>
          <p:cNvSpPr txBox="1"/>
          <p:nvPr/>
        </p:nvSpPr>
        <p:spPr>
          <a:xfrm>
            <a:off x="5910146" y="613317"/>
            <a:ext cx="545294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omic Sans MS" panose="030F0702030302020204" pitchFamily="66" charset="0"/>
              </a:rPr>
              <a:t>WordsRepository.cs</a:t>
            </a:r>
          </a:p>
          <a:p>
            <a:pPr algn="ctr"/>
            <a:r>
              <a:rPr lang="ru-RU" sz="2400" dirty="0">
                <a:latin typeface="Comic Sans MS" panose="030F0702030302020204" pitchFamily="66" charset="0"/>
              </a:rPr>
              <a:t>Загружает слова из файлов и с помощью класса </a:t>
            </a:r>
            <a:r>
              <a:rPr lang="en-US" sz="2400" dirty="0">
                <a:latin typeface="Comic Sans MS" panose="030F0702030302020204" pitchFamily="66" charset="0"/>
              </a:rPr>
              <a:t>Word.cs </a:t>
            </a:r>
            <a:r>
              <a:rPr lang="ru-RU" sz="2400" dirty="0">
                <a:latin typeface="Comic Sans MS" panose="030F0702030302020204" pitchFamily="66" charset="0"/>
              </a:rPr>
              <a:t>создает лист слов.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73CE9B-515B-3308-DFA8-6EC4584A2930}"/>
              </a:ext>
            </a:extLst>
          </p:cNvPr>
          <p:cNvSpPr txBox="1"/>
          <p:nvPr/>
        </p:nvSpPr>
        <p:spPr>
          <a:xfrm>
            <a:off x="412595" y="3055434"/>
            <a:ext cx="506265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omic Sans MS" panose="030F0702030302020204" pitchFamily="66" charset="0"/>
              </a:rPr>
              <a:t>FormGame.cs</a:t>
            </a:r>
          </a:p>
          <a:p>
            <a:pPr algn="ctr"/>
            <a:r>
              <a:rPr lang="ru-RU" sz="2400" dirty="0">
                <a:latin typeface="Comic Sans MS" panose="030F0702030302020204" pitchFamily="66" charset="0"/>
              </a:rPr>
              <a:t>Главное меню. Изменяет язык и уровни сложности. Создает </a:t>
            </a:r>
            <a:r>
              <a:rPr lang="en-US" sz="2400" dirty="0">
                <a:latin typeface="Comic Sans MS" panose="030F0702030302020204" pitchFamily="66" charset="0"/>
              </a:rPr>
              <a:t>FormPlay.cs </a:t>
            </a:r>
            <a:r>
              <a:rPr lang="ru-RU" sz="2400" dirty="0">
                <a:latin typeface="Comic Sans MS" panose="030F0702030302020204" pitchFamily="66" charset="0"/>
              </a:rPr>
              <a:t>с параметрами языка и сложности</a:t>
            </a:r>
            <a:r>
              <a:rPr lang="en-US" sz="2400" dirty="0">
                <a:latin typeface="Comic Sans MS" panose="030F0702030302020204" pitchFamily="66" charset="0"/>
              </a:rPr>
              <a:t>.</a:t>
            </a:r>
            <a:endParaRPr lang="ru-RU" sz="2400" dirty="0"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3E5F59-310F-E263-EB00-62A542FAE90A}"/>
              </a:ext>
            </a:extLst>
          </p:cNvPr>
          <p:cNvSpPr txBox="1"/>
          <p:nvPr/>
        </p:nvSpPr>
        <p:spPr>
          <a:xfrm>
            <a:off x="6096000" y="3055434"/>
            <a:ext cx="545294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omic Sans MS" panose="030F0702030302020204" pitchFamily="66" charset="0"/>
              </a:rPr>
              <a:t>FormPlay.cs</a:t>
            </a:r>
          </a:p>
          <a:p>
            <a:pPr algn="ctr"/>
            <a:r>
              <a:rPr lang="ru-RU" sz="2400" dirty="0">
                <a:latin typeface="Comic Sans MS" panose="030F0702030302020204" pitchFamily="66" charset="0"/>
              </a:rPr>
              <a:t>Содержит всю логику игры. Создает поле, загадывает слово, проверяет введенное игроком слово и т.д.</a:t>
            </a:r>
          </a:p>
        </p:txBody>
      </p:sp>
    </p:spTree>
    <p:extLst>
      <p:ext uri="{BB962C8B-B14F-4D97-AF65-F5344CB8AC3E}">
        <p14:creationId xmlns:p14="http://schemas.microsoft.com/office/powerpoint/2010/main" val="3171663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65EDDF-A93E-6A4A-C387-C0BD5AEC3301}"/>
              </a:ext>
            </a:extLst>
          </p:cNvPr>
          <p:cNvSpPr txBox="1"/>
          <p:nvPr/>
        </p:nvSpPr>
        <p:spPr>
          <a:xfrm>
            <a:off x="771292" y="780585"/>
            <a:ext cx="106494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omic Sans MS" panose="030F0702030302020204" pitchFamily="66" charset="0"/>
              </a:rPr>
              <a:t>Основная работа сделана: </a:t>
            </a:r>
          </a:p>
          <a:p>
            <a:r>
              <a:rPr lang="ru-RU" sz="2400" dirty="0">
                <a:latin typeface="Comic Sans MS" panose="030F0702030302020204" pitchFamily="66" charset="0"/>
              </a:rPr>
              <a:t>А) Исходный проект переделан на ООП;</a:t>
            </a:r>
          </a:p>
          <a:p>
            <a:r>
              <a:rPr lang="ru-RU" sz="2400" dirty="0">
                <a:latin typeface="Comic Sans MS" panose="030F0702030302020204" pitchFamily="66" charset="0"/>
              </a:rPr>
              <a:t>Б) Сделан перевод на осетинский язык;</a:t>
            </a:r>
          </a:p>
          <a:p>
            <a:r>
              <a:rPr lang="ru-RU" sz="2400" dirty="0">
                <a:latin typeface="Comic Sans MS" panose="030F0702030302020204" pitchFamily="66" charset="0"/>
              </a:rPr>
              <a:t>В) Сделаны уровни сложности;</a:t>
            </a:r>
          </a:p>
          <a:p>
            <a:r>
              <a:rPr lang="ru-RU" sz="2400" dirty="0">
                <a:latin typeface="Comic Sans MS" panose="030F0702030302020204" pitchFamily="66" charset="0"/>
              </a:rPr>
              <a:t>Г) После отгадывания слова показывается его перевод;</a:t>
            </a:r>
          </a:p>
          <a:p>
            <a:r>
              <a:rPr lang="ru-RU" sz="2400" dirty="0">
                <a:latin typeface="Comic Sans MS" panose="030F0702030302020204" pitchFamily="66" charset="0"/>
              </a:rPr>
              <a:t>Д) Решена проблема ввода осетинской буквы </a:t>
            </a:r>
            <a:r>
              <a:rPr lang="en-US" sz="2400" dirty="0">
                <a:latin typeface="Comic Sans MS" panose="030F0702030302020204" pitchFamily="66" charset="0"/>
              </a:rPr>
              <a:t>“æ”</a:t>
            </a:r>
            <a:r>
              <a:rPr lang="ru-RU" sz="2400" dirty="0">
                <a:latin typeface="Comic Sans MS" panose="030F0702030302020204" pitchFamily="66" charset="0"/>
              </a:rPr>
              <a:t>.</a:t>
            </a:r>
          </a:p>
          <a:p>
            <a:endParaRPr lang="ru-RU" sz="2400" dirty="0">
              <a:latin typeface="Comic Sans MS" panose="030F0702030302020204" pitchFamily="66" charset="0"/>
            </a:endParaRPr>
          </a:p>
          <a:p>
            <a:r>
              <a:rPr lang="ru-RU" sz="2400" dirty="0">
                <a:latin typeface="Comic Sans MS" panose="030F0702030302020204" pitchFamily="66" charset="0"/>
              </a:rPr>
              <a:t>Планы:</a:t>
            </a:r>
          </a:p>
          <a:p>
            <a:r>
              <a:rPr lang="ru-RU" sz="2400" dirty="0">
                <a:latin typeface="Comic Sans MS" panose="030F0702030302020204" pitchFamily="66" charset="0"/>
              </a:rPr>
              <a:t>А) Создать в игре словарь с переводами угаданных слов;</a:t>
            </a:r>
          </a:p>
          <a:p>
            <a:r>
              <a:rPr lang="ru-RU" sz="2400" dirty="0">
                <a:latin typeface="Comic Sans MS" panose="030F0702030302020204" pitchFamily="66" charset="0"/>
              </a:rPr>
              <a:t>Б) Увеличить количество возможных слов;</a:t>
            </a:r>
          </a:p>
          <a:p>
            <a:r>
              <a:rPr lang="ru-RU" sz="2400" dirty="0">
                <a:latin typeface="Comic Sans MS" panose="030F0702030302020204" pitchFamily="66" charset="0"/>
              </a:rPr>
              <a:t>В) Создать подсказки;</a:t>
            </a:r>
          </a:p>
          <a:p>
            <a:r>
              <a:rPr lang="ru-RU" sz="2400" dirty="0">
                <a:latin typeface="Comic Sans MS" panose="030F0702030302020204" pitchFamily="66" charset="0"/>
              </a:rPr>
              <a:t>Г) Улучшить дизайн; </a:t>
            </a:r>
          </a:p>
        </p:txBody>
      </p:sp>
    </p:spTree>
    <p:extLst>
      <p:ext uri="{BB962C8B-B14F-4D97-AF65-F5344CB8AC3E}">
        <p14:creationId xmlns:p14="http://schemas.microsoft.com/office/powerpoint/2010/main" val="913668650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138</TotalTime>
  <Words>282</Words>
  <Application>Microsoft Office PowerPoint</Application>
  <PresentationFormat>Широкоэкранный</PresentationFormat>
  <Paragraphs>38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Aptos</vt:lpstr>
      <vt:lpstr>Calibri</vt:lpstr>
      <vt:lpstr>Calibri Light</vt:lpstr>
      <vt:lpstr>Comic Sans MS</vt:lpstr>
      <vt:lpstr>Ретро</vt:lpstr>
      <vt:lpstr>5 Дзырды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Дамир Кулаев</dc:creator>
  <cp:lastModifiedBy>Дамир Кулаев</cp:lastModifiedBy>
  <cp:revision>2</cp:revision>
  <dcterms:created xsi:type="dcterms:W3CDTF">2026-06-29T19:18:01Z</dcterms:created>
  <dcterms:modified xsi:type="dcterms:W3CDTF">2026-06-29T21:37:01Z</dcterms:modified>
</cp:coreProperties>
</file>